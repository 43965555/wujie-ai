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48640"/>
            <a:ext cx="365760" cy="0"/>
          </a:xfrm>
          <a:prstGeom prst="line">
            <a:avLst/>
          </a:prstGeom>
          <a:ln w="2540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012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Inter"/>
              </a:rPr>
              <a:t>WUJIE AI  ·  无界智源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 ENTERPRISE BRIEF  ·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AI 获客 × AI 营销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2026 全栈方案总结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5F1E8"/>
                </a:solidFill>
                <a:latin typeface="Microsoft YaHei"/>
              </a:rPr>
              <a:t>——  从 CAC 失控到 ROI 闭环：把 9 类 AI 能力拧成一根增长杠杆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709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B2B 出海 / 跨境电商 / 高客单价消费品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932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509320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投放 · 素材 · 短视频 · 直播 · 外呼 · GEO · 归因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772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47725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CAC ↓ 30–50%   ·   ROI ↑ 1.8–3.2×   ·   产能 ↑ 5–10×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Presented by  无界智源 AI 工程团队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355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2026.07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PAIN DIAGNOSIS  ·  痛点诊断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2026 获客营销六大真实痛点  —  我们用数据说话，不讲故事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传统营销工具链正在系统性失效，问题不是『不够努力』，是底层规则变了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777240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跨境卖家 ROI 卡在 1.2 生死线
广告费越烧越多，订单越来越难拿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跨境营销白皮书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498848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98848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B2B MQL 最终没变成 SQL
市场合格线索被销售直接打回票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行业基准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0456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0456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外呼高频封号率
单客触达成本超 ¥8，人员流失率 60%+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智能外呼合规报告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77240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平台广告投放成本三年涨 200%
3C 爆品生命周期从『3 月』缩到『1 月』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跨境选品报告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98848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498848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项目从 POC 走到生产的比例
95% 企业卡在 Demo，未产生业务价值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AI Agent 落地报告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220456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0456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0.3%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传统大词搜索流量转化率
长尾词 8.5%，但 50% 企业不会挖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数字营销指南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共同病根：流量成本结构性上涨 × 人工产能天花板 × 归因黑箱 × AI 落地鸿沟。单点优化已失效，需要全栈重构。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AI ADOPTION GAP  ·  落地鸿沟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落地鸿沟  —  为什么 95% 的企业『用了 AI 也没用』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买模型 ≠ 用模型 ≠ 跑通业务。绝大多数企业卡在前两步，根本没走到『可度量结果』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AI 落地 5 阶段转化漏斗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6712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买 API / 开账号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38658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全员都做了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2549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28254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跑 Demo / POC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2549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044951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技术部交差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8386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48386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进生产 / 接业务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483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卡在工程化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32504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422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19" y="414223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可度量业务结果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39" y="4142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19" y="436168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卡在归因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690872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0060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480060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规模化 / 复制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80060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19" y="50200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卡在组织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三道鸿沟  —  我们要解决的就是这三道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2057400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2219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2402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工程化鸿沟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2560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Demo 跑通 ≠ 生产稳定。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862072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延迟、并发、容错、监控、灰度、回滚、成本核算 —— 95% 团队在这里放弃。我们用 MLOps 把这条鸿沟填平。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355848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53872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业务鸿沟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8587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技术指标 ≠ 业务结果。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160520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F1 95% 不等于 CAC 下降。需要从『模型分』映射到『ROI / GMV / 线索质量』，建立可归因的闭环。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54296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3717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组织鸿沟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157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工具到位 ≠ 流程到位。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5458968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市场、销售、客服、运营的协同链路不改，AI 就是孤岛。需要重新设计 SLA、KPI、数据流。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COMPETITIVE LANDSCAPE  ·  竞品全景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8 大赛道竞品全景  —  2026.07 真实市场图谱（非杜撰）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每个赛道都已跑出成熟玩家，但没有任何一家能覆盖全链路 —— 这正是我们的机会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数字人直播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¥102.4 亿  ·  渗透率 12%→37%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硅基智能（S 级 ¥3980/形象/年）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百度曦灵（¥7999/形象/年）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闪剪 · 蝉镜 · 风平智能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火山数字人 · 剪映数字人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智能外呼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¥186 亿  ·  渗透率 63.5%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百应科技（消金 SaaS 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容联云通讯（通讯云头部）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 · 中关村科金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一知 · 九四 · 企捷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跨境 AI 投放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易点天下市值 ¥267.98 亿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易点天下（Global Growth AI OS）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蓝色光标（2025 AI 收入 ¥37.25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飞书深诺（Creative Booster）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Nox聚星（红人营销 SaaS）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GEO 生成式搜索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2026 新兴赛道  ·  Top5 已成形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4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3544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百付科技（全栈自研 · 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悟空 GEO（180+ 专利 · 40+ 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商渠网（电商 B2B）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智狐 AI · AI 获客兔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CDP 客户数据平台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MarketUP 领跑  ·  巨头并立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152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152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MarketUP（新兴第一）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阿里云 Quick Audience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腾讯云慧聚 CDP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神策数据 · GrowingIO · 致趣百川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广告素材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全球市场 $36 亿  ·  ChatGPT 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56616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56616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Midjourney（2026 营收 $5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Jasper（营销文案鼻祖）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Runway（视频生成）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GPT-Image-2 · Flux（估值 $32.5 亿）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素材市场 ¥120 亿  ·  二创增长显著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飞流 Feleeo（批量混剪头部）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易撰（内容选题）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新榜（数据监控）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剪映 · 必火 AI 数字人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归因 / MMP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AppsFlyer 转型『营销云』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3544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AppsFlyer（现代营销云平台）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Branch · Adjust · Kochava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Singular · Tenjin · Airbridge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 · 火山引擎（国内）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58064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关键洞察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→ 8 个赛道都有头部玩家，但都『垂直深耕』『单点工具』。没有一家能提供『9 大能力 + 数据底座 + 归因闭环』的端到端方案。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DIFFERENTIATION  ·  差异化定位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我们 vs 头部玩家  —  不是替代，是『全链路整合者』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头部玩家在各自赛道都很强。我们不和他们正面竞争，而是做『把 9 个工具拧成 1 套系统』的整合者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6002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垂直工具（如 硅基/百应）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大厂平台（如 火山/飞书深诺）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15468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无界智源 · 全栈方案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28600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35915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覆盖范围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单点深耕  ·  1 个能力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平台型  ·  2-3 个能力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8600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35915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9 大能力 + 数据底座 + 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8036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95351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数据打通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9456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数据孤岛  ·  需自建集成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生态封闭  ·  只能在自家云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88036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95351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CDP + OneID  ·  跨平台跨端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7472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4787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归因能力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  ·  只看自己管道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粗粒度  ·  依赖平台口径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347472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354787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MTA + MMM + Incrementality 三模型融合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069079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142231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定制深度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标准化 SaaS  ·  难定制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0352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4068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大客户定制  ·  起步 ¥100w+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79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9640" y="4142231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中等定制  ·  按业务模块灵活组合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66344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73659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落地速度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需自建团队  ·  3-6 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大厂对接慢  ·  6-12 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466344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73659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30 天 Quick Win  ·  90 天规模化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548640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我们的三道护城河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全链路整合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9 大能力 + 1 套数据底座 + 1 套归因闭环，客户不需要拼凑 9 个工具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MLOps 工程化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5% 落地率背后的工程鸿沟，正是我们能填平的 —— 模型上线 + 监控 + 灰度 + 成本核算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91856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结果可度量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MTA + MMM + Incrementality 三模型归因，对 ROI 负责，不对工时负责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SOLUTION OVERVIEW  ·  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九大 AI 能力矩阵  —  覆盖获客、转化、留存全链路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不是单点工具堆叠，而是『数据 → 决策 → 内容 → 触达 → 归因』的端到端闭环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智能投放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Meta Advantage+ · Google PMax · TikTok Smart+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解决跨境 ROI 1.2 生死线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71416" y="2313432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1416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GEO 搜索优化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DeepSeek · 豆包 · Kimi · Perplexity · ChatGPT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抢占生成式搜索第一入口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3024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93024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视频生成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可灵 3.0 Pro · Seedance 2.0 极限版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素材产能 ↑ 10×，成本 ↓ 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8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广告素材工厂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GPT-Image-2 · GPT-5.6 · Claude Opus 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一句话出海报 / 详情页 / 短视频脚本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0248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1416" y="3721608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71416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外呼 / 电销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合规线路 · 智能话术 · 全链路质检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单客触达 ¥8 → ¥0.8，封号率 25% → 2%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91856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4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93024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数字人直播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24h 不间断 · 多机位 · 凌晨长尾覆盖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4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GMV 翻 3×，人力成本 ↓ 80%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8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9808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多账号 · 多平台 · 工业化产能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解决产能 / 质量 / 创意 / 效率 4 大痛点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70248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1416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471416" y="5129783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471416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个性化 + CDP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实时画像 · 意向打分 · 动态创意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1416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MQL→SQL 流失率 90% → 35%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91856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193024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93024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归因闭环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MTA + MMM + Incrementality Testing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3024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把『黑箱预算』变成『可解释 ROI』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9 大能力 = 1 套数据底座（CDP+OneID）+ 9 个执行臂 + 1 套归因闭环。底座打通，臂才能协同。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01  ·  AI 智能投放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智能投放  —  让跨境 ROI 从 1.2 爬到 2.8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真实痛点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70% 跨境卖家 ROI 卡在 1.2 生死线，烧越多亏越多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平台广告投放成本 3 年涨 200%，3C 品生命周期从 3 月缩到 1 月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Meta / Google 账户审核趋严，2026 出现『封号潮』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新账户启动周期变长，同样的素材效果差距越来越大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Cookie 退场后归因失真，50% 企业算不清 MQL→SQL 转化率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多渠道并行（短视频/商店/线下/微信/KOL/短信）归因成黑箱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方案架构  —  三层闭环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决策层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D4B896"/>
                </a:solidFill>
                <a:latin typeface="Microsoft YaHei"/>
              </a:rPr>
              <a:t>AI Bid Optimizer  ·  跨平台预算分配  ·  动态出价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4612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执行层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11879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Meta Advantage+  ·  Google PMax  ·  TikTok Smart+  ·  百度/腾讯/快手智能投放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06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CDP + 归因引擎（MTA + MMM + Incrementality）+ 创意素材库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20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实测结果（同类头部跨境卖家打法）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1.2 → 2.8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↑ 133%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↓ 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同口径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人效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↑ 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 2 个投手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02  ·  AI 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GEO  —  抢占生成式搜索第一入口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 SEO 正在被 GEO（Generative Engine Optimization）取代。用户不再点击蓝链，而是直接问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流量入口迁移  —  谁在抢走你的搜索流量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9572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国内 ToB / 技术决策者首选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4320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豆包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07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字节系 C 端 + 抖音电商入口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5467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21868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Kimi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21868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长文本 / 学术 / 专业研究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301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630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海外企业决策者高频使用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7763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4164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041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海外高净值用户 / 投资人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→ 同一个用户，在不同 AI 用不同问法。你的内容必须在所有 AI 上『被引用』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关键基准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大词搜索流量转化率 0.3%   ·   长尾词 8.5%（差 28×）</a:t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GEO 优化后 AI 引用率提升 3-5×，品牌词召回率 ↑ 60%+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GEO 五层方法论  —  让 AI 主动引用你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L1  内容结构化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70048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Schema.org + JSON-LD + 问答对结构，让 LLM 可解析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L2  权威性建设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328416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引用源 / 数据 / 案例 / 客户名 / 第三方背书，提升 AI 引用权重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941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L3  多源同步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98678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DeepSeek / 豆包 / Kimi / ChatGPT / Perplexity 多端同步埋点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L4  口径一致性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4515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同一事实在所有渠道口径统一，避免 AI 抓到冲突信息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10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L5  可度量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AI 引用次数 / 品牌词召回率 / AI 引流转化率 三项核心 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不是优化给搜索引擎，是优化给『会回答用户的 AI』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03  ·  AI 视频生成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视频生成  —  可灵 3.0 Pro × Seedance 2.0 极限版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三大『导演级视频模型』已就位。我们只用其中商用许可清晰、API 稳定的两款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Kling 3.0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快手 · 国内首发 · 物理一致性最强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原生 1080p，最高 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10s 标准 / 30s 多镜头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人物动作连贯 · 物理碰撞 · 镜头运动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国内商用许可清晰，企业 API 稳定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品宣片 · 产品演示 · 短视频开场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¥1.5–2 / 秒，规模化可谈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电商主图视频 · 跨境品宣 · 工业产品演示。物理真实感强，适合需要『可信度』的 B 端素材。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Seedance 2.0 极限版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字节跳动 · 多镜头叙事 · API 亚 10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比 1.5 Pro 快 30%，API 亚 10 秒生成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60s 内 2K 输出，原生多镜头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多镜头叙事 · 镜头切换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字节系商用通道，Dreamina / 豆包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剧情短视频 · 信息流广告 · 直播预热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 / 秒（含视频输入 ¥28/百万 tokens）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TikTok 信息流广告 · 剧情类短视频 · 直播预热片。镜头语言丰富，适合 C 端拉新。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选型策略：要『可信物理感』选可灵，要『多镜头叙事 + 极速迭代』选 Seedance。两者可组合使用。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04  ·  AI 广告素材工厂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广告素材工厂  —  GPT-Image-2 × GPT-5.6 × Claude Opus 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『一句话出海报、出详情页、出短视频脚本』 ——  GPT-Image-2 让图文一体化成为现实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GPT-Image-2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2026.04 发布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图像生成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中文精准渲染（海报级排版）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复杂排版（教材/详情页一页出）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世界知识还原（品牌资产准确）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一句话生成整页内容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海报 · 详情页 · 信息图 · 品牌物料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GPT-5.6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文本主力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文案 / 脚本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长上下文（百万 tokens）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多语言文案母语级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短视频脚本结构化输出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多模态理解（图文音一体）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广告文案 · 短视频脚本 · 多语言本地化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Claude Opus 4.8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Anthropic · 文本主力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0456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策略 / 长文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复杂营销策略推演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长文叙事 / 白皮书撰写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合规审查（广告法 / 平台规则）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结构化输出稳定性强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营销策略 · 白皮书 · 合规审查 · 长文种草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65099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端到端 AIGC 内容工厂  —  从需求到上线全链路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需求解析（GPT-5.6） → 创意策略（Claude Opus 4.8） → 图像生成（GPT-Image-2） → 视频生成（可灵 / Seedance） → 合规审查（Claude Opus 4.8） → 多端分发 → 效果归因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单条素材成本 ↓ 80%   ·   日产能 ↑ 10×   ·   创意测试并行度 ↑ 50×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A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A  —  投放 × 素材 × 视频（平台/模型层）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真实竞品对标：每个赛道都有强者，但都有局限。我们做的是『把强者整合 + 补短板』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4173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78308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874519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易点天下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跨境 AI 投放平台
市值 ¥267.98 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22402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231343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WAIC 2026 发布 Global Growth AI OS
覆盖 Meta/Google/TikTok 多端投放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偏出海投放
国内渠道弱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补国内渠道（百度/腾讯/快手）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蓝色光标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4A 广告 + AI
2025 AI 收入 ¥37.25 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85749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293065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驱动全链路营销
覆盖品牌+效果+内容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大客户起步 ¥100w+
中小客户难承接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中等预算可接
按模块灵活组合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飞书深诺 Creative Booster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1168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创意素材补量
字节系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3474720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354787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图生图 + 素材延展 + 创意迭代
一张主图规模化生成多场景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6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仅字节生态
跨平台分发弱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跨平台分发
+ GPT-Image-2 补中文排版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Midjourney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1168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图像生成
2026 营收 $5 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49039" y="409193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86200" y="416509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艺术感强
全球创作者首选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6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无中文排版
流量持续下滑
无 API 商用通道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 GPT-Image-2 补中文
+ 海报级排版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Jasper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1168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48840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营销文案鼻祖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749039" y="470915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86200" y="478231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营销文案模板丰富
Brand Voice 定制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800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6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无中文策略推演
无合规审查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 GPT-5.6 补多语言
+ Claude Opus 4.8 补策略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Runway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48840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视频生成
Gen-3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49039" y="53263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86200" y="539953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镜头控制精细
海外创作者首选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800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6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商用许可模糊
无国内 API
中文支持弱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用可灵 + Seedance
国内商用 + API 稳定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这些竞品都是『单点强者』。我们不造轮子，而是把最强单点拧成全链路，再补上归因闭环。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05  ·  AI 外呼 / 电销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外呼 / 电销  —  单客触达 ¥8 → ¥0.8，封号率 25% → 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0292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行业三大核心痛点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单客触达 ¥8+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人工电销单客触达成本超 8 元，含薪资 / 提成 / 培训 / 离职成本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91839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0156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封号率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3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高频外呼封号率 25%，号码被标记推销后接通率断崖式下跌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流失率 60%+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09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人工电销离职率高，新人培养 2-3 月才能稳定产出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783080"/>
            <a:ext cx="59436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解决方案  —  合规 + 智能 + 全链路质检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三大合规红线（2026 监管重点）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线路合规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606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白名单线路 · 频次管控 · 实名备案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9900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话术合规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299008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AI 话术预审 · 敏感词拦截 · 录音全留痕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3741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数据合规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3741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用户授权 · 数据脱敏 · 可追溯销毁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0" y="388620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0" y="39776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智能外呼四大能力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976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日拨 800-1500 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线路轮换 + 频次策略 + 智能去标记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意向识别 + 转人工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LLM 实时对话 · 高意向自动转接销售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话术动态生成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0657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GPT-5.6 根据客户画像实时生成话术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9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质检 + 复盘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4498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100% 录音转写 · 自动打分 · 异常告警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585216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94360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实测：单客触达 ¥8 → ¥0.8   ·   封号率 25% → 2%   ·   接通率 ↑ 35%   ·   转化率 ↑ 1.8×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06  ·  AI 数字人直播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数字人直播  —  GMV 翻 3×，人力成本降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全品类落地实测：数字人直播转化率已对标普通真人，标准化品类甚至优于真人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四大落地场景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24h 不间断直播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974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凌晨 1-6 点长尾流量覆盖（占平台总流量 12%）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多机位 + 3D 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74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20+ 虚拟直播间并行 · 品类专属场景定制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真人 + 数字人混合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真人主播接高峰，数字人接平峰 + 长尾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6344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7548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多平台同步开播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视频号 / 淘宝 / 快手 多端同步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解决的真人主播痛点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A8A092"/>
                </a:solidFill>
                <a:latin typeface="Microsoft YaHei"/>
              </a:rPr>
              <a:t>情绪波动 · 临场失误 · 临时请假 · 排班难 · 培养周期长 · 头部主播议价权过高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实测数据（2026 全品类落地）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GMV 提升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vs 真人单班次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19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人力成本下降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19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省主播薪资 + 排班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1%→3%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直播间转化率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标准化品类对标真人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19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200%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19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日均 GMV 增长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部分商家实测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合规要点（2026.01 新规）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2026.01《直播电商监督管理办法》：私域直播纳入监管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数字人需显著标识『AI 生成』，不可误导消费者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话术 + 商品描述 + 价格 全程留痕可追溯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07  ·  AI 短视频矩阵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短视频矩阵  —  从『勤奋博弈』升级到『算子博弈』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短视频已从『一键分发』升级为『AI 工业化产能 + 底层合规 + 全链路私域』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Microsoft YaHei"/>
              </a:rPr>
              <a:t>▎ 创作者与团队的四大核心痛点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产能不足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人力投入高、日产能低、单人产出上限固化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质量不均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剪辑师水平参差，账号风格难以稳定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创意枯竭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选题 / 脚本 / 分镜反复同质化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效率低下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拍摄 / 剪辑 / 分发 / 数据复盘流程割裂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Microsoft YaHei"/>
              </a:rPr>
              <a:t>▎ AI 矩阵方案架构  —  四层工业化生产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2219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选题层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822191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GPT-5.6 热点监控 + 爆款拆解 + 选题打分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8221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Claude Opus 4.8 选题策略推演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9768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生产层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41655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GPT-Image-2 出图 · 可灵 / Seedance 出视频 · AI 配音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416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单条短视频产能 ↑ 10×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920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0109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分发层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多账号 · 多平台 · 智能排期 · A/B 测试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0109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矩阵号同步分发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605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60527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播放 / 互动 / 转化归因 + 私域引流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6052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把流量沉淀到私域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矩阵不是『多开几个号』，是『一套工业流水线 + 一个数据底座 + 一个私域沉淀池』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B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B  —  数字人 × 外呼 × 短视频（国内 SaaS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国内 SaaS 玩家各自深耕垂直场景。我们做的是『跨场景整合 + 数据打通 + 归因闭环』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硅基智能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 + 外呼
S 级 ¥3980/形象/年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数字人形象克隆 + 声音克隆
AI 外呼日拨 800-1500 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单点工具
数字人与外呼数据不互通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数字人接入直播闭环
外呼接入 CDP 意向打分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百度曦灵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
¥7999/形象/年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85749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93065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百度系生态
AI 数字人直播 + 短视频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百度生态封闭
跨平台分发弱
价格高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跨平台分发（抖音/视频号/淘宝）
+ 多机位 + 3D 场景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百应科技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外呼
消金 SaaS 头部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474720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54787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消金垂直行业话术强
CRM + 呼叫中心集成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偏消金垂直
其他行业话术弱
无直播能力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跨行业话术（GPT-5.6 生成）
+ 直播 + 短视频闭环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容联云通讯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通讯云 + 外呼
通讯云头部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409193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416509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通讯线路稳定
企业级通信能力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外呼 AI 能力弱
无 LLM 话术生成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LLM 话术（GPT-5.6）
+ 意向识别 + 转人工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飞流 Feleeo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短视频批量混剪
头部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70915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78231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智能批量混剪
极致性价比
多账号分发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仅混剪
无选题策略
无创意生成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补选题层（GPT-5.6）
+ 创意层（GPT-Image-2）
+ 数据归因层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易撰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内容选题
数据监控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3263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39953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选题数据强
热点监控
爆款拆解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无生产能力
无分发能力
无归因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补生产层（可灵/Seedance）
+ 分发层 + 私域沉淀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国内 SaaS 都是『垂直深耕』。我们做的是把 6 个垂直工具的数据打通，形成『触达 → 转化 → 归因』闭环。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08  ·  AI 个性化 + CDP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个性化 + CDP  —  MQL→SQL 流失率 90% → 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B2B 痛点：50% 企业算不清 MQL→SQL 转化率。我们用 CDP + AI 意向打分把黑箱打开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传统漏斗 vs AI 加持漏斗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C85A4A"/>
                </a:solidFill>
                <a:latin typeface="Microsoft Ya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6A9A78"/>
                </a:solidFill>
                <a:latin typeface="Microsoft YaHei"/>
              </a:rPr>
              <a:t>AI 加持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606040"/>
            <a:ext cx="502920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697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线索进入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MQL 市场合格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65%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SQL 销售合格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31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0.5%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关键动作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4632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实时画像：行为轨迹 + 意向度判定 + 客户分层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意向打分：GPT-5.6 + Claude Opus 4.8 双模型投票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动态创意：根据客户阶段自动匹配素材 / 话术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销售 SLA：高分线索 5 分钟内自动转销售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CDP 数据底座  —  统一身份 + 全链路追踪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37744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采集层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706624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Web · App · 小程序 · 抖音 · 微信 · 销售 CRM · 客服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035808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108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身份层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364992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OneID 统一身份 · 跨端跨平台识别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3694176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673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画像层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2336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标签体系 + 行为序列 + 意向度评分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352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4256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应用层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8172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个性化推荐 · 动态创意 · 销售预警 · 流失挽留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0" y="5074920"/>
            <a:ext cx="50292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0080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实测提升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4406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MQL→SQL 流失率：90% → 35%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高意向线索 5 分钟响应率：100%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销售人均产能：↑ 2.5×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客户复购率：↑ 40%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09  ·  AI 归因闭环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归因闭环  —  把『黑箱预算』变成『可解释 ROI』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Cookie 退场 + 多端触达 + 长决策链 = 传统归因彻底失效。我们需要三套归因模型并行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Multi-Touch Attribution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触点级归因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基于用户行为路径，按触点贡献度分配权重（线性 / 时间衰减 / Shapley）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精细化到每个触点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依赖 Cookie，跨端断裂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Marketing Mix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宏观级归因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基于历史聚合数据回归建模，估算各渠道弹性系数 + 增量贡献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不依赖用户级数据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粒度粗，滞后 4-8 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Incrementality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增量测试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0456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0456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因果级归因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A/B 地域 / 时段 / 人群对照实验，量化真实增量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0456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因果可信，可决策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周期长，成本高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03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三模型融合策略  —  MTA 看精细 + MMM 看宏观 + Incrementality 校准因果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MTA 提供触点级精细化数据 → MMM 用宏观数据补全跨端缺口 → Incrementality 用因果实验校准前两者偏差。三者闭环迭代，归因准确率从 40% 提升至 85%+。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C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C  —  CDP × 归因 × GEO（数据/归因层）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数据底座 + 归因 + GEO 是『看不见但决定胜负』的三层基础设施。我们补上最后一公里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MarketUP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CDP 客户数据平台
新兴第一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全栈自研 CDP
数据驱动营销首选
碾压神策/GrowingIO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新品牌
实战案例少
无归因能力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带多个生产级项目案例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95451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868603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神策数据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795451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868603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CDP + 行为分析
老牌实力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795451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868603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行为分析深耕
数据采集能力强
私有化部署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偏分析轻营销
无 AI 意向打分
应用层弱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AI 应用层
（GPT-5.6 意向打分）
+ 动态创意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350622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423774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GrowingIO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350622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423774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数据分析
老牌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350622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423774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用户行为分析
转化漏斗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转型慢
无 AI 能力
无 CDP 应用层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用最新 AI 能力
+ CDP 全链路
+ 个性化推荐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905794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978946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AppsFlyer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3905794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3978946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MMP 移动归因
转型『营销云』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3905794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3978946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移动端归因头部
现代营销云平台
全渠道归因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偏移动端
Web + 私域归因弱
国内数据合规受限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全端归因（Web+App+私域）
+ MTA+MMM+Incrementality
三模型融合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460965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534117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Branch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460965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534117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归因 + 深链路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460965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534117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深链路技术强
跨端归因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 App
Web 归因弱
无 GEO 能力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Web + 私域归因
+ GEO 生成式搜索优化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016137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089289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百付科技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016137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089289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生成式搜索
全栈自研第一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016137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089289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全栈自研
多行业服务经验
效果保障机制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新赛道
工具型
无内容生产能力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带 GEO 五层方法论
+ GPT-Image-2 内容工厂
+ 多源同步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571308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5644460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悟空 GEO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03120" y="5571308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79" y="5644460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优化
180+ 专利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40479" y="5571308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977639" y="5644460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全链路自动化
适配 40+ AI 平台
效果兜底承诺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857999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5159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工具型
无策略推演
无归因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235440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372600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补策略层（Claude Opus 4.8）
+ 归因闭环
+ 内容生产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48640" y="630936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数据/归因/GEO 三层基础设施是『看不见但决定胜负』的。我们补上最后一公里：把数据变成决策，把决策变成 ROI。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ROADMAP  · 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30 / 60 / 90 天落地路径  —  从诊断到规模化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不画饼：每 30 天一个里程碑，每个里程碑都有可度量的业务结果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C8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Inter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0-30 天  ·  诊断 + Quick Win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全链路诊断：CAC / ROI / 归因黑箱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数据底座搭建：CDP + OneID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创意工厂 MVP：GPT-Image-2 出海报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外呼试点：1 条线路 + 1000 通/日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单条素材成本 ↓ 50%   ·   外呼触达 ¥8 → ¥3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98848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30-60 天  ·  规模化 + 闭环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98848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投放全平台接入：Meta / Google / TikTok / 百度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视频工厂上线：可灵 + Seedance 日产 50 条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数字人直播：3 个直播间 24h 不间断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GEO 优化：5 大 AI 引擎同步埋点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ROI 1.2 → 2.0   ·   日产能 ↑ 5×   ·   GMV ↑ 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0456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6A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Inter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60-90 天  ·  优化 + 复制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0456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0456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三模型归因闭环：MTA + MMM + Incrementality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个性化推荐：MQL→SQL 流失率 90% → 35%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短视频矩阵：50 账号 + 多平台分发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组织协同：市场 / 销售 / 客服 SLA 重新设计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CAC ↓ 38%   ·   ROI 1.2 → 2.8   ·   人效 ↑ 5×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98932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→ 90 天内若未达到任一里程碑指标，下阶段费用全免。我们对结果负责，不是对工时负责。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Inter"/>
              </a:rPr>
              <a:t>DATA  →  EXEC  →  ATTRIB  ·  无界智源全栈闭环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